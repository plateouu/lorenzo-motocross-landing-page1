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Creaking Axis: Digital Communities as Social Infrastructure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 Seminar IMP</a:t>
            </a:r>
          </a:p>
          <a:p>
            <a:r>
              <a:t>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Axis of Memory (Stimulus)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Stimulus: Haruki Murakami, A Walk to Kobe (2002)</a:t>
            </a:r>
          </a:p>
          <a:p>
            <a:pPr/>
            <a:r>
              <a:t>Concept: Identity is tied to physical 'scenery'.</a:t>
            </a:r>
          </a:p>
          <a:p>
            <a:pPr/>
            <a:r>
              <a:t>Relevance: What happens when scenery is destroyed?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1: Google Image Search for:</a:t>
            </a:r>
          </a:p>
          <a:p>
            <a:r>
              <a:t>'Haruki Murakami A Walk to Kobe book cover'</a:t>
            </a:r>
          </a:p>
          <a:p>
            <a:r>
              <a:t>STEP 2: Paste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i="1">
                <a:solidFill>
                  <a:srgbClr val="505050"/>
                </a:solidFill>
              </a:defRPr>
            </a:pPr>
            <a:r>
              <a:t>Image Source: Murakami, 2002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Crisis of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U.S. Surgeon General (2023):</a:t>
            </a:r>
          </a:p>
          <a:p>
            <a:pPr/>
            <a:r>
              <a:t>- Lack of connection = 29% increased risk of premature death.</a:t>
            </a:r>
          </a:p>
          <a:p>
            <a:pPr/>
            <a:r>
              <a:t>- Equivalent to smoking 15 cigarettes/day.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1: Google Image Search for:</a:t>
            </a:r>
          </a:p>
          <a:p>
            <a:r>
              <a:t>'Surgeon General Advisory 2023 Social Connection Graph'</a:t>
            </a:r>
          </a:p>
          <a:p>
            <a:r>
              <a:t>STEP 2: Paste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i="1">
                <a:solidFill>
                  <a:srgbClr val="505050"/>
                </a:solidFill>
              </a:defRPr>
            </a:pPr>
            <a:r>
              <a:t>Image Source: Office of the U.S. Surgeon General, 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 what extent could digital communities be considered meaningful social spaces for those who are isolated from physical spaces?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Thesis &amp; Economic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Thesis: Virtual communities are necessary 'Third Places'.</a:t>
            </a:r>
          </a:p>
          <a:p>
            <a:pPr/>
            <a:r>
              <a:t>Significance: Isolation costs Medicare $6.7 Billion/year (AARP).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1: Google Image Search for:</a:t>
            </a:r>
          </a:p>
          <a:p>
            <a:r>
              <a:t>'AARP Public Policy Institute isolation cost chart'</a:t>
            </a:r>
          </a:p>
          <a:p>
            <a:r>
              <a:t>STEP 2: Paste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i="1">
                <a:solidFill>
                  <a:srgbClr val="505050"/>
                </a:solidFill>
              </a:defRPr>
            </a:pPr>
            <a:r>
              <a:t>Image Source: AARP Public Policy Institute, 2017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Can't Just 'Go Outside'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Danah Boyd (2014): Curfews restrict youth.</a:t>
            </a:r>
          </a:p>
          <a:p>
            <a:pPr/>
            <a:r>
              <a:t>Ben Goldfarb (2023): Sprawl creates 'Social Deserts'.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1: Google Image Search for:</a:t>
            </a:r>
          </a:p>
          <a:p>
            <a:r>
              <a:t>'Suburban sprawl aerial view cul de sac'</a:t>
            </a:r>
          </a:p>
          <a:p>
            <a:r>
              <a:t>STEP 2: Paste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i="1">
                <a:solidFill>
                  <a:srgbClr val="505050"/>
                </a:solidFill>
              </a:defRPr>
            </a:pPr>
            <a:r>
              <a:t>Image Source: Goldfarb, 2023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Communities as 'Third Places'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Steinkuehler (2006): MMOs are neutral grounds.</a:t>
            </a:r>
          </a:p>
          <a:p>
            <a:pPr/>
            <a:r>
              <a:t>Hampton (2011): Internet use = larger networks.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1: Google Image Search for:</a:t>
            </a:r>
          </a:p>
          <a:p>
            <a:r>
              <a:t>'World of Warcraft gameplay screenshot'</a:t>
            </a:r>
          </a:p>
          <a:p>
            <a:r>
              <a:t>STEP 2: Paste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i="1">
                <a:solidFill>
                  <a:srgbClr val="505050"/>
                </a:solidFill>
              </a:defRPr>
            </a:pPr>
            <a:r>
              <a:t>Image Source: Steinkuehler &amp; Williams, 2006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Tension: Surveillance Capitalism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Zuboff (2019): Platforms are for profit, not connection.</a:t>
            </a:r>
          </a:p>
          <a:p>
            <a:pPr/>
            <a:r>
              <a:t>Turkle (2011): 'Illusion of Companionship'.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1: Google Image Search for:</a:t>
            </a:r>
          </a:p>
          <a:p>
            <a:r>
              <a:t>'The Age of Surveillance Capitalism book cover'</a:t>
            </a:r>
          </a:p>
          <a:p>
            <a:r>
              <a:t>STEP 2: Paste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i="1">
                <a:solidFill>
                  <a:srgbClr val="505050"/>
                </a:solidFill>
              </a:defRPr>
            </a:pPr>
            <a:r>
              <a:t>Image Source: Zuboff, 2019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Biological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Cacioppo (2008): Text fails to down-regulate stress.</a:t>
            </a:r>
          </a:p>
          <a:p>
            <a:pPr/>
            <a:r>
              <a:t>The Trade-off: Imperfect connection &gt; Toxic isolation.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1: Google Image Search for:</a:t>
            </a:r>
          </a:p>
          <a:p>
            <a:r>
              <a:t>'HPA axis stress response diagram'</a:t>
            </a:r>
          </a:p>
          <a:p>
            <a:r>
              <a:t>STEP 2: Paste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i="1">
                <a:solidFill>
                  <a:srgbClr val="505050"/>
                </a:solidFill>
              </a:defRPr>
            </a:pPr>
            <a:r>
              <a:t>Image Source: Cacioppo, 2008 / Holt-Lunstad, 2023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Digital Citizenship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Mike Ribble (2015): Shift to 'Participation'.</a:t>
            </a:r>
          </a:p>
          <a:p>
            <a:pPr/>
            <a:r>
              <a:t>Action: Goal-based hybrid groups (Esports).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1: Google Image Search for:</a:t>
            </a:r>
          </a:p>
          <a:p>
            <a:r>
              <a:t>'Mike Ribble 9 elements of digital citizenship infographic'</a:t>
            </a:r>
          </a:p>
          <a:p>
            <a:r>
              <a:t>STEP 2: Paste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i="1">
                <a:solidFill>
                  <a:srgbClr val="505050"/>
                </a:solidFill>
              </a:defRPr>
            </a:pPr>
            <a:r>
              <a:t>Image Source: Ribble, 2015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Implication: Legitimacy reduces stigma.</a:t>
            </a:r>
          </a:p>
          <a:p>
            <a:pPr/>
            <a:r>
              <a:t>Limitation: 'Dark Participation' (Bullying) requires facilitation.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1: Google Image Search for:</a:t>
            </a:r>
          </a:p>
          <a:p>
            <a:r>
              <a:t>'Cyberbullying vs Digital Mentorship illustration'</a:t>
            </a:r>
          </a:p>
          <a:p>
            <a:r>
              <a:t>STEP 2: Paste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i="1">
                <a:solidFill>
                  <a:srgbClr val="505050"/>
                </a:solidFill>
              </a:defRPr>
            </a:pPr>
            <a:r>
              <a:t>Image Source: Quandt, 2015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Summary: Physical axis is broken; Digital is the lifeline.</a:t>
            </a:r>
          </a:p>
          <a:p>
            <a:pPr/>
            <a:r>
              <a:t>Call to Action: Fund 'Digital Placemaking'.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1: Google Image Search for:</a:t>
            </a:r>
          </a:p>
          <a:p>
            <a:r>
              <a:t>'Digital town square abstract concept art'</a:t>
            </a:r>
          </a:p>
          <a:p>
            <a:r>
              <a:t>STEP 2: Paste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i="1">
                <a:solidFill>
                  <a:srgbClr val="505050"/>
                </a:solidFill>
              </a:defRPr>
            </a:pPr>
            <a:r>
              <a:t>Image Source: Concept: Goldfarb,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